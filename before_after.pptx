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Workforce 솔루션 소개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18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환경 혁신: 도입 전후 비교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INNOVATION: BEFORE &amp; AFTER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18288"/>
          </a:xfrm>
          <a:prstGeom prst="rect">
            <a:avLst/>
          </a:prstGeom>
          <a:solidFill>
            <a:srgbClr val="1C7BFF">
              <a:alpha val="30000"/>
            </a:srgbClr>
          </a:solidFill>
          <a:ln w="12700">
            <a:solidFill>
              <a:srgbClr val="1C7B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69848"/>
            <a:ext cx="3840480" cy="347472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 (BEFORE)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3840480" cy="1051560"/>
          </a:xfrm>
          <a:prstGeom prst="rect">
            <a:avLst/>
          </a:prstGeom>
          <a:solidFill>
            <a:srgbClr val="0D1840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63040"/>
            <a:ext cx="54864" cy="10515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30752" y="1536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4D"/>
                </a:solidFill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기반 수동 대조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2029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PDF·메일 자료를 VLOOKUP으로 수작업 비교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오류 수정에 담당자 시간 소모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3840480" cy="1051560"/>
          </a:xfrm>
          <a:prstGeom prst="rect">
            <a:avLst/>
          </a:prstGeom>
          <a:solidFill>
            <a:srgbClr val="0D1840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06040"/>
            <a:ext cx="54864" cy="10515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697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730752" y="2679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4D"/>
                </a:solidFill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" y="2862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인사팀 직접 응대 집중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" y="3172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평균 수십 건의 반복 문의 처리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업무 집중 불가, 응대 지연 발생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3840480" cy="1051560"/>
          </a:xfrm>
          <a:prstGeom prst="rect">
            <a:avLst/>
          </a:prstGeom>
          <a:solidFill>
            <a:srgbClr val="0D1840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49040"/>
            <a:ext cx="54864" cy="10515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840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30752" y="3822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4D"/>
                </a:solidFill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" y="4005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시스템별 복수 로그인 및 단절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" y="4315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급여·근태·평가 시스템 별도 접속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단절로 통합 조회·분석 불가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24528" y="2286000"/>
            <a:ext cx="694944" cy="502920"/>
          </a:xfrm>
          <a:prstGeom prst="rect">
            <a:avLst/>
          </a:prstGeom>
          <a:solidFill>
            <a:srgbClr val="1C7BFF"/>
          </a:solidFill>
          <a:ln w="12700">
            <a:solidFill>
              <a:srgbClr val="1C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2286000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069848"/>
            <a:ext cx="3840480" cy="347472"/>
          </a:xfrm>
          <a:prstGeom prst="rect">
            <a:avLst/>
          </a:prstGeom>
          <a:solidFill>
            <a:srgbClr val="1C7BFF"/>
          </a:solidFill>
          <a:ln w="12700">
            <a:solidFill>
              <a:srgbClr val="1C7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후 (AFTER)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1463040"/>
            <a:ext cx="3840480" cy="1051560"/>
          </a:xfrm>
          <a:prstGeom prst="rect">
            <a:avLst/>
          </a:prstGeom>
          <a:solidFill>
            <a:srgbClr val="0D2255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1463040"/>
            <a:ext cx="54864" cy="1051560"/>
          </a:xfrm>
          <a:prstGeom prst="rect">
            <a:avLst/>
          </a:prstGeom>
          <a:solidFill>
            <a:srgbClr val="1C7BFF"/>
          </a:solidFill>
          <a:ln w="12700">
            <a:solidFill>
              <a:srgbClr val="1C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A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85632" y="1536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57216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내 실시간 자동 연동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57216" y="2029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급여·근태·평가 데이터 통합 허브로 자동 동기화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무결성 보장 및 실시간 현황 조회 가능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0" y="2606040"/>
            <a:ext cx="3840480" cy="1051560"/>
          </a:xfrm>
          <a:prstGeom prst="rect">
            <a:avLst/>
          </a:prstGeom>
          <a:solidFill>
            <a:srgbClr val="0D2255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2606040"/>
            <a:ext cx="54864" cy="1051560"/>
          </a:xfrm>
          <a:prstGeom prst="rect">
            <a:avLst/>
          </a:prstGeom>
          <a:solidFill>
            <a:srgbClr val="1C7BFF"/>
          </a:solidFill>
          <a:ln w="12700">
            <a:solidFill>
              <a:srgbClr val="1C7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2697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A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85632" y="2679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57216" y="2862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통한 24/7 셀프 해결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57216" y="3172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챗봇으로 직접 인사 정보 조회·신청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인사팀은 전략 업무에 집중 가능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0" y="3749040"/>
            <a:ext cx="3840480" cy="1051560"/>
          </a:xfrm>
          <a:prstGeom prst="rect">
            <a:avLst/>
          </a:prstGeom>
          <a:solidFill>
            <a:srgbClr val="0D2255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749040"/>
            <a:ext cx="54864" cy="1051560"/>
          </a:xfrm>
          <a:prstGeom prst="rect">
            <a:avLst/>
          </a:prstGeom>
          <a:solidFill>
            <a:srgbClr val="1C7BFF"/>
          </a:solidFill>
          <a:ln w="12700">
            <a:solidFill>
              <a:srgbClr val="1C7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57216" y="3840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A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85632" y="3822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57216" y="4005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플랫폼 기반 심리스 업무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57216" y="43159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로그인으로 전 기능 통합 접근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원스톱 업무 처리 및 접근성 향상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스마트한 업무 환경으로의 전환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0040" y="502920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2025 WORKFORCE — 한화 BEYOND SW CAMP 23기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2026-05-12T14:01:17Z</dcterms:created>
  <dcterms:modified xsi:type="dcterms:W3CDTF">2026-05-12T14:01:17Z</dcterms:modified>
</cp:coreProperties>
</file>